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Biology Slideshow: Immune and Integumentary Systems Interaction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they fight against germs and pathogens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Integumentary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integumentary system includes the skin, hair, nails, and glands.</a:t>
            </a:r>
          </a:p>
          <a:p>
            <a:pPr lvl="1"/>
            <a:r>
              <a:t>Functions: Protection, regulation of body temperature, sensation, excretion, vitamin D 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immune system defends the body against infections and diseases.</a:t>
            </a:r>
          </a:p>
          <a:p>
            <a:pPr lvl="1"/>
            <a:r>
              <a:t>Components: Innate immunity (skin, mucous membranes) and adaptive immunity (T cells, B cells).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between Immune and Integumentary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skin acts as the first line of defense (physical barrier).</a:t>
            </a:r>
          </a:p>
          <a:p>
            <a:pPr lvl="1"/>
            <a:r>
              <a:t>Immune cells in the skin (Langerhans cells) detect pathogens and initiate immune response.</a:t>
            </a:r>
          </a:p>
          <a:p>
            <a:pPr lvl="1"/>
            <a:r>
              <a:t>Wounds can allow pathogens to enter, triggering immune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Fighting against Germs and Pathogens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barriers: Skin prevents entry of microbes.</a:t>
            </a:r>
          </a:p>
          <a:p>
            <a:pPr lvl="1"/>
            <a:r>
              <a:t>Chemical barriers: Sweat, sebum kill bacteria.</a:t>
            </a:r>
          </a:p>
          <a:p>
            <a:pPr lvl="1"/>
            <a:r>
              <a:t>Immune response: Phagocytes engulf pathogens, antibodies neutralize toxins.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of How Systems Fight Pathogens</a:t>
            </a:r>
          </a:p>
        </p:txBody>
      </p:sp>
      <p:pic>
        <p:nvPicPr>
          <p:cNvPr id="3" name="Picture 2" descr="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643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integumentary and immune systems work together to protect the body from pathogens.</a:t>
            </a:r>
          </a:p>
          <a:p>
            <a:pPr lvl="1"/>
            <a:r>
              <a:t>The skin provides a physical barrier, while the immune system provides cellular and humoral defenses.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